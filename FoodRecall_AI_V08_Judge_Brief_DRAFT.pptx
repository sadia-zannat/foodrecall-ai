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841248"/>
            <a:ext cx="640080" cy="640080"/>
          </a:xfrm>
          <a:prstGeom prst="roundRect">
            <a:avLst>
              <a:gd name="adj" fmla="val 27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95097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FOODRECALL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67128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Evidence first.</a:t>
            </a:r>
            <a:br/>
            <a:r>
              <a:t>Decisions reviewed.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4718304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C7E2E0"/>
                </a:solidFill>
                <a:latin typeface="Aptos"/>
              </a:defRPr>
            </a:pPr>
            <a:r>
              <a:t>Agent investigations  ·  Traceable sources  ·  Scout Intent contracts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9618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3B79C"/>
                </a:solidFill>
                <a:latin typeface="Aptos"/>
              </a:defRPr>
            </a:pPr>
            <a:r>
              <a:t>V0.8  |  24 OCT 2026  |  LOCAL TRAINING CANDIDATE — NOT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8A80"/>
                </a:solidFill>
                <a:latin typeface="Aptos"/>
              </a:defRPr>
            </a:pPr>
            <a:r>
              <a:t>V0.8 · LOCAL DEVELOPMENT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F263A"/>
                </a:solidFill>
                <a:latin typeface="Aptos"/>
              </a:defRPr>
            </a:pPr>
            <a:r>
              <a:t>The operational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FoodRecall AI  |  Synthetic training demo  |  NOT production 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74519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0">
                <a:solidFill>
                  <a:srgbClr val="1D344A"/>
                </a:solidFill>
                <a:latin typeface="Aptos"/>
              </a:defRPr>
            </a:pPr>
            <a:r>
              <a:t>Recall evidence can be incomplete or contradictory.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9192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87752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0">
                <a:solidFill>
                  <a:srgbClr val="1D344A"/>
                </a:solidFill>
                <a:latin typeface="Aptos"/>
              </a:defRPr>
            </a:pPr>
            <a:r>
              <a:t>Text similarity is not proof that a warehouse lot is affected.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92424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300984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0">
                <a:solidFill>
                  <a:srgbClr val="1D344A"/>
                </a:solidFill>
                <a:latin typeface="Aptos"/>
              </a:defRPr>
            </a:pPr>
            <a:r>
              <a:t>An earlier decision can become unsafe when supplier evidence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05655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14215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0">
                <a:solidFill>
                  <a:srgbClr val="1D344A"/>
                </a:solidFill>
                <a:latin typeface="Aptos"/>
              </a:defRPr>
            </a:pPr>
            <a:r>
              <a:t>Food safety decisions need source visibility and a qualified reviewer.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8A80"/>
                </a:solidFill>
                <a:latin typeface="Aptos"/>
              </a:defRPr>
            </a:pPr>
            <a:r>
              <a:t>V0.8 · LOCAL DEVELOPMENT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F263A"/>
                </a:solidFill>
                <a:latin typeface="Aptos"/>
              </a:defRPr>
            </a:pPr>
            <a:r>
              <a:t>What the agent actually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FoodRecall AI  |  Synthetic training demo  |  NOT production 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74519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User asks a recall question in the Investigation workspace.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9192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87752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Scout Intent scopes the task and issues signed, time-limited tool contracts.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92424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300984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Read-only tools inspect case, lots, supplier records and optional approved 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05655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14215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Agent reports citations, ambiguity, missing sources and observed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18888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27448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Any proposed training hold goes to separate QA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8A80"/>
                </a:solidFill>
                <a:latin typeface="Aptos"/>
              </a:defRPr>
            </a:pPr>
            <a:r>
              <a:t>V0.8 · LOCAL DEVELOPMENT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F263A"/>
                </a:solidFill>
                <a:latin typeface="Aptos"/>
              </a:defRPr>
            </a:pPr>
            <a:r>
              <a:t>Real UI: investigation with cited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FoodRecall AI  |  Synthetic training demo  |  NOT production 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9" name="Picture 8" descr="SCREENSHOT_v07_agent_inves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012784" cy="44439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98280" y="196596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D344A"/>
                </a:solidFill>
                <a:latin typeface="Aptos"/>
              </a:defRPr>
            </a:pPr>
            <a:r>
              <a:t>Prior V0.7 UI screenshot</a:t>
            </a:r>
            <a:br/>
            <a:br/>
            <a:r>
              <a:t>V0.8 keeps the compact UI and adds signed Scout tool contracts to its execution trace.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49651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CC7018"/>
                </a:solidFill>
                <a:latin typeface="Aptos"/>
              </a:defRPr>
            </a:pPr>
            <a:r>
              <a:t>TRAINING DATA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8A80"/>
                </a:solidFill>
                <a:latin typeface="Aptos"/>
              </a:defRPr>
            </a:pPr>
            <a:r>
              <a:t>V0.8 · LOCAL DEVELOPMENT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F263A"/>
                </a:solidFill>
                <a:latin typeface="Aptos"/>
              </a:defRPr>
            </a:pPr>
            <a:r>
              <a:t>Meterless Scout Intent is in the execution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FoodRecall AI  |  Synthetic training demo  |  NOT production 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74519"/>
            <a:ext cx="107899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Implemented: Sense → Interpret → Guard → Route → Recommend.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0048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78608"/>
            <a:ext cx="107899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Eight FoodRecall-specific intents; default to local read-only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74136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282696"/>
            <a:ext cx="107899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5-minute HMAC execution contracts checked before every tool 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78223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86783"/>
            <a:ext cx="107899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Forged, expired and out-of-scope tool calls are refused.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82312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90872"/>
            <a:ext cx="107899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Official upstream Meterless npm eval: NOT RUN in this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8A80"/>
                </a:solidFill>
                <a:latin typeface="Aptos"/>
              </a:defRPr>
            </a:pPr>
            <a:r>
              <a:t>V0.8 · LOCAL DEVELOPMENT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F263A"/>
                </a:solidFill>
                <a:latin typeface="Aptos"/>
              </a:defRPr>
            </a:pPr>
            <a:r>
              <a:t>A decision becomes stale when evidence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FoodRecall AI  |  Synthetic training demo  |  NOT production 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74519"/>
            <a:ext cx="10789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1D344A"/>
                </a:solidFill>
                <a:latin typeface="Aptos"/>
              </a:defRPr>
            </a:pPr>
            <a:r>
              <a:t>Training case: RB-071 / RB-072 affected; RB-073 initially uncertain.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60903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69463"/>
            <a:ext cx="10789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1D344A"/>
                </a:solidFill>
                <a:latin typeface="Aptos"/>
              </a:defRPr>
            </a:pPr>
            <a:r>
              <a:t>QA manager approves a synthetic hold proposal.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55848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264408"/>
            <a:ext cx="10789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1D344A"/>
                </a:solidFill>
                <a:latin typeface="Aptos"/>
              </a:defRPr>
            </a:pPr>
            <a:r>
              <a:t>Supplier evidence is updated; earlier decision snapshot no longer matches.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1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59352"/>
            <a:ext cx="10789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1D344A"/>
                </a:solidFill>
                <a:latin typeface="Aptos"/>
              </a:defRPr>
            </a:pPr>
            <a:r>
              <a:t>Stale execution is blocked; reviewer inspects Decision Diff.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45736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54296"/>
            <a:ext cx="10789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1D344A"/>
                </a:solidFill>
                <a:latin typeface="Aptos"/>
              </a:defRPr>
            </a:pPr>
            <a:r>
              <a:t>New proposal and fresh approval are required before training readback.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8A80"/>
                </a:solidFill>
                <a:latin typeface="Aptos"/>
              </a:defRPr>
            </a:pPr>
            <a:r>
              <a:t>V0.8 · LOCAL DEVELOPMENT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F263A"/>
                </a:solidFill>
                <a:latin typeface="Aptos"/>
              </a:defRPr>
            </a:pPr>
            <a:r>
              <a:t>Sponsor integrations: honest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FoodRecall AI  |  Synthetic training demo  |  NOT production 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0625328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8A80"/>
                </a:solidFill>
                <a:latin typeface="Aptos"/>
              </a:defRPr>
            </a:pPr>
            <a:r>
              <a:t>METERLESS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11095"/>
            <a:ext cx="8229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D344A"/>
                </a:solidFill>
                <a:latin typeface="Aptos"/>
              </a:defRPr>
            </a:pPr>
            <a:r>
              <a:t>Scoped Scout Intent works locally; upstream eval not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10625328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80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8A80"/>
                </a:solidFill>
                <a:latin typeface="Aptos"/>
              </a:defRPr>
            </a:pPr>
            <a:r>
              <a:t>NVIDIA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871216"/>
            <a:ext cx="8229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D344A"/>
                </a:solidFill>
                <a:latin typeface="Aptos"/>
              </a:defRPr>
            </a:pPr>
            <a:r>
              <a:t>Nemotron client + output guards; live API not verified.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0625328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8A80"/>
                </a:solidFill>
                <a:latin typeface="Aptos"/>
              </a:defRPr>
            </a:pPr>
            <a:r>
              <a:t>ZETARIS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831335"/>
            <a:ext cx="8229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D344A"/>
                </a:solidFill>
                <a:latin typeface="Aptos"/>
              </a:defRPr>
            </a:pPr>
            <a:r>
              <a:t>Read-only SQL adapter; tenant connection not verified.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63440"/>
            <a:ext cx="10625328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006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8A80"/>
                </a:solidFill>
                <a:latin typeface="Aptos"/>
              </a:defRPr>
            </a:pPr>
            <a:r>
              <a:t>FDA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791456"/>
            <a:ext cx="8229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D344A"/>
                </a:solidFill>
                <a:latin typeface="Aptos"/>
              </a:defRPr>
            </a:pPr>
            <a:r>
              <a:t>Historical source versioning; live archive sync not verified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8A80"/>
                </a:solidFill>
                <a:latin typeface="Aptos"/>
              </a:defRPr>
            </a:pPr>
            <a:r>
              <a:t>V0.8 · LOCAL DEVELOPMENT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F263A"/>
                </a:solidFill>
                <a:latin typeface="Aptos"/>
              </a:defRPr>
            </a:pPr>
            <a:r>
              <a:t>Local executed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FoodRecall AI  |  Synthetic training demo  |  NOT production 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01952"/>
            <a:ext cx="3502152" cy="19385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67712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3300" b="1">
                <a:solidFill>
                  <a:srgbClr val="008A80"/>
                </a:solidFill>
                <a:latin typeface="Aptos"/>
              </a:defRPr>
            </a:pPr>
            <a:r>
              <a:t>85/85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18104"/>
            <a:ext cx="3163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600" b="0">
                <a:solidFill>
                  <a:srgbClr val="1D344A"/>
                </a:solidFill>
                <a:latin typeface="Aptos"/>
              </a:defRPr>
            </a:pPr>
            <a:r>
              <a:t>Backend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159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Also checked: TCP localhost auth/CSRF/QA flow, Chromium UI, 8 locale dictionaries, and signed-contract tampering/expiry.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378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CC7018"/>
                </a:solidFill>
                <a:latin typeface="Aptos"/>
              </a:defRPr>
            </a:pPr>
            <a:r>
              <a:t>These are LOCAL training checks, not real-world model accuracy or sponsor compliance.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62855" y="1901952"/>
            <a:ext cx="3502152" cy="19385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7" y="2267712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3300" b="1">
                <a:solidFill>
                  <a:srgbClr val="008A80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118104"/>
            <a:ext cx="3163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600" b="0">
                <a:solidFill>
                  <a:srgbClr val="1D344A"/>
                </a:solidFill>
                <a:latin typeface="Aptos"/>
              </a:defRPr>
            </a:pPr>
            <a:r>
              <a:t>Authored Scout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159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Also checked: TCP localhost auth/CSRF/QA flow, Chromium UI, 8 locale dictionaries, and signed-contract tampering/expiry.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10378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CC7018"/>
                </a:solidFill>
                <a:latin typeface="Aptos"/>
              </a:defRPr>
            </a:pPr>
            <a:r>
              <a:t>These are LOCAL training checks, not real-world model accuracy or sponsor compliance.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1" y="1901952"/>
            <a:ext cx="3502152" cy="19385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3" y="2267712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3300" b="1">
                <a:solidFill>
                  <a:srgbClr val="008A80"/>
                </a:solidFill>
                <a:latin typeface="Aptos"/>
              </a:defRPr>
            </a:pPr>
            <a:r>
              <a:t>65/65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3118104"/>
            <a:ext cx="3163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600" b="0">
                <a:solidFill>
                  <a:srgbClr val="1D344A"/>
                </a:solidFill>
                <a:latin typeface="Aptos"/>
              </a:defRPr>
            </a:pPr>
            <a:r>
              <a:t>Synthetic dependency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159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Also checked: TCP localhost auth/CSRF/QA flow, Chromium UI, 8 locale dictionaries, and signed-contract tampering/expiry.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378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CC7018"/>
                </a:solidFill>
                <a:latin typeface="Aptos"/>
              </a:defRPr>
            </a:pPr>
            <a:r>
              <a:t>These are LOCAL training checks, not real-world model accuracy or sponsor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8A80"/>
                </a:solidFill>
                <a:latin typeface="Aptos"/>
              </a:defRPr>
            </a:pPr>
            <a:r>
              <a:t>V0.8 · LOCAL DEVELOPMENT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F263A"/>
                </a:solidFill>
                <a:latin typeface="Aptos"/>
              </a:defRPr>
            </a:pPr>
            <a:r>
              <a:t>Architecture: bounded and inspectable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FoodRecall AI  |  Synthetic training demo  |  NOT production 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121408"/>
            <a:ext cx="189280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008A80"/>
                </a:solidFill>
                <a:latin typeface="Aptos"/>
              </a:defRPr>
            </a:pPr>
            <a:r>
              <a:t>USER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121408"/>
            <a:ext cx="189280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40487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008A80"/>
                </a:solidFill>
                <a:latin typeface="Aptos"/>
              </a:defRPr>
            </a:pPr>
            <a:r>
              <a:t>SCOUT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7216" y="2121408"/>
            <a:ext cx="189280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240487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008A80"/>
                </a:solidFill>
                <a:latin typeface="Aptos"/>
              </a:defRPr>
            </a:pPr>
            <a:r>
              <a:t>READ-ONLY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2631" y="2121408"/>
            <a:ext cx="189280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59" y="240487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008A80"/>
                </a:solidFill>
                <a:latin typeface="Aptos"/>
              </a:defRPr>
            </a:pPr>
            <a:r>
              <a:t>EVIDENCE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2121408"/>
            <a:ext cx="189280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37776" y="240487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008A80"/>
                </a:solidFill>
                <a:latin typeface="Aptos"/>
              </a:defRPr>
            </a:pPr>
            <a:r>
              <a:t>QA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2344" y="24414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D34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4414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D34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24414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D34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4414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D34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1D344A"/>
                </a:solidFill>
                <a:latin typeface="Aptos"/>
              </a:defRPr>
            </a:pPr>
            <a:r>
              <a:t>Explicit boundaries: no real warehouse action, no automatic FDA-to-inventory join, no unverified citations, and stale approvals cannot be reused.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8A80"/>
                </a:solidFill>
                <a:latin typeface="Aptos"/>
              </a:defRPr>
            </a:pPr>
            <a:r>
              <a:t>V0.8 · LOCAL DEVELOPMENT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F263A"/>
                </a:solidFill>
                <a:latin typeface="Aptos"/>
              </a:defRPr>
            </a:pPr>
            <a:r>
              <a:t>What remains before any final submission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FoodRecall AI  |  Synthetic training demo  |  NOT production 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77D8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74519"/>
            <a:ext cx="107899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Run real NVIDIA model/tool-call and Zetaris tenant SQL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88336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96896"/>
            <a:ext cx="107899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Run upstream Meterless acceptance tests or obtain organizer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10712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319272"/>
            <a:ext cx="107899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Install and exercise genuine LangGraph on an internet-enabled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33087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41648"/>
            <a:ext cx="107899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Verify FDA live sync and test any HTTPS-hosted synthetic demo.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55464"/>
            <a:ext cx="100584" cy="137160"/>
          </a:xfrm>
          <a:prstGeom prst="roundRect">
            <a:avLst>
              <a:gd name="adj" fmla="val 20000"/>
            </a:avLst>
          </a:prstGeom>
          <a:solidFill>
            <a:srgbClr val="00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64024"/>
            <a:ext cx="107899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1D344A"/>
                </a:solidFill>
                <a:latin typeface="Aptos"/>
              </a:defRPr>
            </a:pPr>
            <a:r>
              <a:t>Record authentic &lt;=4-minute demo, publish secret-free GitHub, submit.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